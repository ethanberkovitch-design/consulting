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4"/>
  </p:sldMasterIdLst>
  <p:sldIdLst>
    <p:sldId id="256" r:id="rId5"/>
    <p:sldId id="258" r:id="rId6"/>
    <p:sldId id="263" r:id="rId7"/>
    <p:sldId id="259" r:id="rId8"/>
    <p:sldId id="260" r:id="rId9"/>
    <p:sldId id="261" r:id="rId10"/>
    <p:sldId id="262" r:id="rId11"/>
    <p:sldId id="264" r:id="rId1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1C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982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6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presProps" Target="presProps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2" Type="http://schemas.openxmlformats.org/officeDocument/2006/relationships/customXml" Target="../customXml/item2.xml" /><Relationship Id="rId16" Type="http://schemas.openxmlformats.org/officeDocument/2006/relationships/tableStyles" Target="tableStyle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theme" Target="theme/theme1.xml" /><Relationship Id="rId10" Type="http://schemas.openxmlformats.org/officeDocument/2006/relationships/slide" Target="slides/slide6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viewProps" Target="viewProps.xml" 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 /><Relationship Id="rId2" Type="http://schemas.microsoft.com/office/2011/relationships/chartColorStyle" Target="colors1.xml" /><Relationship Id="rId1" Type="http://schemas.microsoft.com/office/2011/relationships/chartStyle" Target="style1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072454258435087E-2"/>
          <c:y val="3.8000725294150904E-2"/>
          <c:w val="0.95599043326105981"/>
          <c:h val="0.735047013125617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סידרה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6">
                        <a:lumMod val="75000"/>
                      </a:schemeClr>
                    </a:solidFill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גיליון1!$A$2:$A$5</c:f>
              <c:strCache>
                <c:ptCount val="4"/>
                <c:pt idx="0">
                  <c:v>קטגוריה 1</c:v>
                </c:pt>
                <c:pt idx="1">
                  <c:v>קטגוריה 2</c:v>
                </c:pt>
                <c:pt idx="2">
                  <c:v>קטגוריה 3</c:v>
                </c:pt>
                <c:pt idx="3">
                  <c:v>קטגוריה 4</c:v>
                </c:pt>
              </c:strCache>
            </c:strRef>
          </c:cat>
          <c:val>
            <c:numRef>
              <c:f>גיליון1!$B$2:$B$5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1F-443D-91F8-EE70C79D8C75}"/>
            </c:ext>
          </c:extLst>
        </c:ser>
        <c:ser>
          <c:idx val="1"/>
          <c:order val="1"/>
          <c:tx>
            <c:strRef>
              <c:f>גיליון1!$C$1</c:f>
              <c:strCache>
                <c:ptCount val="1"/>
                <c:pt idx="0">
                  <c:v>סידרה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6">
                        <a:lumMod val="75000"/>
                      </a:schemeClr>
                    </a:solidFill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גיליון1!$A$2:$A$5</c:f>
              <c:strCache>
                <c:ptCount val="4"/>
                <c:pt idx="0">
                  <c:v>קטגוריה 1</c:v>
                </c:pt>
                <c:pt idx="1">
                  <c:v>קטגוריה 2</c:v>
                </c:pt>
                <c:pt idx="2">
                  <c:v>קטגוריה 3</c:v>
                </c:pt>
                <c:pt idx="3">
                  <c:v>קטגוריה 4</c:v>
                </c:pt>
              </c:strCache>
            </c:strRef>
          </c:cat>
          <c:val>
            <c:numRef>
              <c:f>גיליון1!$C$2:$C$5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1F-443D-91F8-EE70C79D8C75}"/>
            </c:ext>
          </c:extLst>
        </c:ser>
        <c:ser>
          <c:idx val="2"/>
          <c:order val="2"/>
          <c:tx>
            <c:strRef>
              <c:f>גיליון1!$D$1</c:f>
              <c:strCache>
                <c:ptCount val="1"/>
                <c:pt idx="0">
                  <c:v>סידרה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6">
                        <a:lumMod val="75000"/>
                      </a:schemeClr>
                    </a:solidFill>
                    <a:latin typeface="Arial Unicode MS" panose="020B0604020202020204" pitchFamily="34" charset="-128"/>
                    <a:ea typeface="Arial Unicode MS" panose="020B0604020202020204" pitchFamily="34" charset="-128"/>
                    <a:cs typeface="Arial Unicode MS" panose="020B0604020202020204" pitchFamily="34" charset="-128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גיליון1!$A$2:$A$5</c:f>
              <c:strCache>
                <c:ptCount val="4"/>
                <c:pt idx="0">
                  <c:v>קטגוריה 1</c:v>
                </c:pt>
                <c:pt idx="1">
                  <c:v>קטגוריה 2</c:v>
                </c:pt>
                <c:pt idx="2">
                  <c:v>קטגוריה 3</c:v>
                </c:pt>
                <c:pt idx="3">
                  <c:v>קטגוריה 4</c:v>
                </c:pt>
              </c:strCache>
            </c:strRef>
          </c:cat>
          <c:val>
            <c:numRef>
              <c:f>גיליון1!$D$2:$D$5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D1F-443D-91F8-EE70C79D8C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54846840"/>
        <c:axId val="355695864"/>
      </c:barChart>
      <c:catAx>
        <c:axId val="354846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pPr>
            <a:endParaRPr lang="he-IL"/>
          </a:p>
        </c:txPr>
        <c:crossAx val="355695864"/>
        <c:crosses val="autoZero"/>
        <c:auto val="1"/>
        <c:lblAlgn val="ctr"/>
        <c:lblOffset val="100"/>
        <c:noMultiLvlLbl val="0"/>
      </c:catAx>
      <c:valAx>
        <c:axId val="355695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pPr>
            <a:endParaRPr lang="he-IL"/>
          </a:p>
        </c:txPr>
        <c:crossAx val="354846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accent6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defRPr>
          </a:pPr>
          <a:endParaRPr lang="he-I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accent6">
              <a:lumMod val="75000"/>
            </a:schemeClr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pPr>
      <a:endParaRPr lang="he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he-IL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509072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158716" y="365126"/>
            <a:ext cx="10515600" cy="4173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130430" y="892364"/>
            <a:ext cx="10515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4FBDFFA4-0AD9-48AF-A2BC-37199CFBEA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50" y="5445925"/>
            <a:ext cx="2916344" cy="125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6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4FBDFFA4-0AD9-48AF-A2BC-37199CFBEA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50" y="5445925"/>
            <a:ext cx="2916344" cy="125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881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</p:spTree>
    <p:extLst>
      <p:ext uri="{BB962C8B-B14F-4D97-AF65-F5344CB8AC3E}">
        <p14:creationId xmlns:p14="http://schemas.microsoft.com/office/powerpoint/2010/main" val="1223895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</p:spTree>
    <p:extLst>
      <p:ext uri="{BB962C8B-B14F-4D97-AF65-F5344CB8AC3E}">
        <p14:creationId xmlns:p14="http://schemas.microsoft.com/office/powerpoint/2010/main" val="1910026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36803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905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558101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2369236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he-IL" dirty="0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</p:spTree>
    <p:extLst>
      <p:ext uri="{BB962C8B-B14F-4D97-AF65-F5344CB8AC3E}">
        <p14:creationId xmlns:p14="http://schemas.microsoft.com/office/powerpoint/2010/main" val="203684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</p:spTree>
    <p:extLst>
      <p:ext uri="{BB962C8B-B14F-4D97-AF65-F5344CB8AC3E}">
        <p14:creationId xmlns:p14="http://schemas.microsoft.com/office/powerpoint/2010/main" val="2415491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960751" y="365125"/>
            <a:ext cx="10515600" cy="596409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951324" y="104319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</p:txBody>
      </p:sp>
      <p:sp>
        <p:nvSpPr>
          <p:cNvPr id="7" name="מציין מיקום של מספר שקופית 5"/>
          <p:cNvSpPr txBox="1">
            <a:spLocks/>
          </p:cNvSpPr>
          <p:nvPr userDrawn="1"/>
        </p:nvSpPr>
        <p:spPr>
          <a:xfrm>
            <a:off x="4736279" y="63007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defPPr>
              <a:defRPr lang="he-IL"/>
            </a:defPPr>
            <a:lvl1pPr marL="0" algn="l" defTabSz="914400" rtl="1" eaLnBrk="1" latinLnBrk="0" hangingPunct="1"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0E67B44-57E6-401F-A746-3C0CB7CBB830}" type="slidenum">
              <a:rPr lang="he-IL" sz="100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pPr algn="ctr"/>
              <a:t>‹#›</a:t>
            </a:fld>
            <a:endParaRPr lang="he-IL" sz="1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8" name="מחבר ישר 5"/>
          <p:cNvCxnSpPr/>
          <p:nvPr userDrawn="1"/>
        </p:nvCxnSpPr>
        <p:spPr>
          <a:xfrm flipH="1">
            <a:off x="970239" y="6149180"/>
            <a:ext cx="10540380" cy="0"/>
          </a:xfrm>
          <a:prstGeom prst="line">
            <a:avLst/>
          </a:prstGeom>
          <a:ln>
            <a:solidFill>
              <a:srgbClr val="0081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תמונה 8">
            <a:extLst>
              <a:ext uri="{FF2B5EF4-FFF2-40B4-BE49-F238E27FC236}">
                <a16:creationId xmlns:a16="http://schemas.microsoft.com/office/drawing/2014/main" id="{4FBDFFA4-0AD9-48AF-A2BC-37199CFBEAD2}"/>
              </a:ext>
            </a:extLst>
          </p:cNvPr>
          <p:cNvPicPr/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50" y="5445925"/>
            <a:ext cx="2916344" cy="125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0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0070C0"/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accent6">
              <a:lumMod val="75000"/>
            </a:schemeClr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 Unicode MS" panose="020B0604020202020204" pitchFamily="34" charset="-128"/>
        <a:buChar char="₋"/>
        <a:defRPr sz="1800" kern="1200">
          <a:solidFill>
            <a:schemeClr val="accent6">
              <a:lumMod val="75000"/>
            </a:schemeClr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 Unicode MS" panose="020B0604020202020204" pitchFamily="34" charset="-128"/>
        <a:buChar char="₋"/>
        <a:defRPr sz="1600" kern="1200">
          <a:solidFill>
            <a:schemeClr val="accent6">
              <a:lumMod val="75000"/>
            </a:schemeClr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6">
              <a:lumMod val="75000"/>
            </a:schemeClr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6">
              <a:lumMod val="75000"/>
            </a:schemeClr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מחבר ישר 3"/>
          <p:cNvCxnSpPr/>
          <p:nvPr/>
        </p:nvCxnSpPr>
        <p:spPr>
          <a:xfrm flipV="1">
            <a:off x="3033632" y="3390312"/>
            <a:ext cx="6241601" cy="187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579082" y="3403012"/>
            <a:ext cx="1023036" cy="4770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he-IL" sz="2500" dirty="0">
                <a:solidFill>
                  <a:srgbClr val="0081C8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כותרת</a:t>
            </a:r>
          </a:p>
        </p:txBody>
      </p:sp>
      <p:sp>
        <p:nvSpPr>
          <p:cNvPr id="8" name="מלבן 7"/>
          <p:cNvSpPr/>
          <p:nvPr/>
        </p:nvSpPr>
        <p:spPr>
          <a:xfrm>
            <a:off x="386499" y="5693789"/>
            <a:ext cx="11528981" cy="10086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ציין מיקום תוכן 2"/>
          <p:cNvSpPr txBox="1">
            <a:spLocks/>
          </p:cNvSpPr>
          <p:nvPr/>
        </p:nvSpPr>
        <p:spPr>
          <a:xfrm>
            <a:off x="292100" y="6198123"/>
            <a:ext cx="1219200" cy="339536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accent6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 Unicode MS" panose="020B0604020202020204" pitchFamily="34" charset="-128"/>
              <a:buChar char="₋"/>
              <a:defRPr sz="1800" kern="1200">
                <a:solidFill>
                  <a:schemeClr val="accent6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 Unicode MS" panose="020B0604020202020204" pitchFamily="34" charset="-128"/>
              <a:buChar char="₋"/>
              <a:defRPr sz="1600" kern="1200">
                <a:solidFill>
                  <a:schemeClr val="accent6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6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6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SzPct val="80000"/>
              <a:buNone/>
            </a:pPr>
            <a:r>
              <a:rPr lang="he-IL" sz="1100" dirty="0"/>
              <a:t>תאריך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9C0450FA-88A1-4150-9ABF-2C16CCC2B89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379" y="1677714"/>
            <a:ext cx="3821659" cy="164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045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e-IL" sz="2500" dirty="0">
                <a:solidFill>
                  <a:srgbClr val="0081C8"/>
                </a:solidFill>
              </a:rPr>
              <a:t>כותרת ראשית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130430" y="993964"/>
            <a:ext cx="10515600" cy="4351338"/>
          </a:xfrm>
        </p:spPr>
        <p:txBody>
          <a:bodyPr>
            <a:normAutofit/>
          </a:bodyPr>
          <a:lstStyle/>
          <a:p>
            <a:pPr>
              <a:buSzPct val="80000"/>
            </a:pPr>
            <a:r>
              <a:rPr lang="he-IL" sz="1800" dirty="0"/>
              <a:t>להקפיד לעשות שימוש בפונט </a:t>
            </a:r>
            <a:r>
              <a:rPr lang="en-US" sz="1800" dirty="0"/>
              <a:t>ARIEL UNICOD MS</a:t>
            </a:r>
          </a:p>
          <a:p>
            <a:pPr>
              <a:buSzPct val="80000"/>
            </a:pPr>
            <a:endParaRPr lang="he-IL" sz="1800" dirty="0"/>
          </a:p>
        </p:txBody>
      </p:sp>
    </p:spTree>
    <p:extLst>
      <p:ext uri="{BB962C8B-B14F-4D97-AF65-F5344CB8AC3E}">
        <p14:creationId xmlns:p14="http://schemas.microsoft.com/office/powerpoint/2010/main" val="1869638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להקפיד לעשות שימוש בפונט </a:t>
            </a:r>
            <a:r>
              <a:rPr lang="en-US" dirty="0"/>
              <a:t>ARIEL UNICOD 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0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e-IL" sz="2500" dirty="0">
                <a:solidFill>
                  <a:srgbClr val="0081C8"/>
                </a:solidFill>
              </a:rPr>
              <a:t>כותרת ראשית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80000"/>
            </a:pPr>
            <a:r>
              <a:rPr lang="he-IL" sz="1800" dirty="0"/>
              <a:t>להקפיד לעשות שימוש בפונט </a:t>
            </a:r>
            <a:r>
              <a:rPr lang="en-US" sz="1800" dirty="0"/>
              <a:t>ARIEL UNICOD MS</a:t>
            </a:r>
          </a:p>
          <a:p>
            <a:pPr marL="447675" lvl="1" indent="-182563"/>
            <a:r>
              <a:rPr lang="he-IL" dirty="0"/>
              <a:t>הקלד טקסט כאן</a:t>
            </a:r>
          </a:p>
          <a:p>
            <a:pPr marL="447675" lvl="1" indent="-182563"/>
            <a:r>
              <a:rPr lang="he-IL" dirty="0"/>
              <a:t>הקלד טקסט כאן</a:t>
            </a:r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17644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e-IL" sz="2500" dirty="0">
                <a:solidFill>
                  <a:srgbClr val="0081C8"/>
                </a:solidFill>
              </a:rPr>
              <a:t>גרף</a:t>
            </a:r>
          </a:p>
        </p:txBody>
      </p:sp>
      <p:graphicFrame>
        <p:nvGraphicFramePr>
          <p:cNvPr id="6" name="מציין מיקום תוכן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120166"/>
              </p:ext>
            </p:extLst>
          </p:nvPr>
        </p:nvGraphicFramePr>
        <p:xfrm>
          <a:off x="838200" y="89217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65746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e-IL" sz="2500" dirty="0">
                <a:solidFill>
                  <a:srgbClr val="0081C8"/>
                </a:solidFill>
              </a:rPr>
              <a:t>טבלה</a:t>
            </a:r>
          </a:p>
        </p:txBody>
      </p:sp>
      <p:graphicFrame>
        <p:nvGraphicFramePr>
          <p:cNvPr id="4" name="מציין מיקום תוכן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1081465"/>
              </p:ext>
            </p:extLst>
          </p:nvPr>
        </p:nvGraphicFramePr>
        <p:xfrm>
          <a:off x="858232" y="1504917"/>
          <a:ext cx="10515600" cy="2225040"/>
        </p:xfrm>
        <a:graphic>
          <a:graphicData uri="http://schemas.openxmlformats.org/drawingml/2006/table">
            <a:tbl>
              <a:tblPr rtl="1"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2573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 flipH="1">
            <a:off x="0" y="0"/>
            <a:ext cx="10306050" cy="6858000"/>
          </a:xfrm>
          <a:prstGeom prst="rect">
            <a:avLst/>
          </a:prstGeom>
        </p:spPr>
      </p:pic>
      <p:sp>
        <p:nvSpPr>
          <p:cNvPr id="4" name="מלבן 3"/>
          <p:cNvSpPr/>
          <p:nvPr/>
        </p:nvSpPr>
        <p:spPr>
          <a:xfrm>
            <a:off x="6115050" y="0"/>
            <a:ext cx="6076950" cy="6858000"/>
          </a:xfrm>
          <a:prstGeom prst="rect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7" name="משולש שווה שוקיים 6"/>
          <p:cNvSpPr/>
          <p:nvPr/>
        </p:nvSpPr>
        <p:spPr>
          <a:xfrm rot="16200000" flipH="1">
            <a:off x="5324475" y="3143250"/>
            <a:ext cx="1123950" cy="609600"/>
          </a:xfrm>
          <a:prstGeom prst="triangle">
            <a:avLst/>
          </a:prstGeom>
          <a:solidFill>
            <a:srgbClr val="2C9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80677" y="3097367"/>
            <a:ext cx="2834430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800" dirty="0">
                <a:solidFill>
                  <a:prstClr val="white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כותרת שער ביניים</a:t>
            </a:r>
          </a:p>
        </p:txBody>
      </p:sp>
    </p:spTree>
    <p:extLst>
      <p:ext uri="{BB962C8B-B14F-4D97-AF65-F5344CB8AC3E}">
        <p14:creationId xmlns:p14="http://schemas.microsoft.com/office/powerpoint/2010/main" val="2395879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מחבר ישר 3"/>
          <p:cNvCxnSpPr/>
          <p:nvPr/>
        </p:nvCxnSpPr>
        <p:spPr>
          <a:xfrm flipV="1">
            <a:off x="3033632" y="3390312"/>
            <a:ext cx="6241601" cy="187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8850" y="3403012"/>
            <a:ext cx="843501" cy="4770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he-IL" sz="2500" dirty="0">
                <a:solidFill>
                  <a:srgbClr val="0081C8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תודה</a:t>
            </a:r>
          </a:p>
        </p:txBody>
      </p:sp>
      <p:sp>
        <p:nvSpPr>
          <p:cNvPr id="8" name="מלבן 7"/>
          <p:cNvSpPr/>
          <p:nvPr/>
        </p:nvSpPr>
        <p:spPr>
          <a:xfrm>
            <a:off x="386499" y="5693789"/>
            <a:ext cx="11528981" cy="10086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F4258CAE-1473-4617-9119-9A1C283CBE9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764" y="1865953"/>
            <a:ext cx="3530397" cy="151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82083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תבנית בסיס למצגות שיכון ובינוי">
      <a:dk1>
        <a:srgbClr val="C4D82E"/>
      </a:dk1>
      <a:lt1>
        <a:srgbClr val="0081C8"/>
      </a:lt1>
      <a:dk2>
        <a:srgbClr val="A3B1BA"/>
      </a:dk2>
      <a:lt2>
        <a:srgbClr val="003973"/>
      </a:lt2>
      <a:accent1>
        <a:srgbClr val="0081C8"/>
      </a:accent1>
      <a:accent2>
        <a:srgbClr val="C4D82E"/>
      </a:accent2>
      <a:accent3>
        <a:srgbClr val="A3B1BA"/>
      </a:accent3>
      <a:accent4>
        <a:srgbClr val="003973"/>
      </a:accent4>
      <a:accent5>
        <a:srgbClr val="262626"/>
      </a:accent5>
      <a:accent6>
        <a:srgbClr val="595959"/>
      </a:accent6>
      <a:hlink>
        <a:srgbClr val="0081C8"/>
      </a:hlink>
      <a:folHlink>
        <a:srgbClr val="C4D82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סולל בונה טמפלט עברית PP2.potx" id="{F6564717-E104-4DD3-9895-39AFC14DC32D}" vid="{B3DC2C64-1825-423B-95BF-E24B4AD5868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05d7__x05d1__x05e8__x05d4_ xmlns="db334208-c8bb-4fb7-900b-a6c4dfa7dd03">סולל בונה</_x05d7__x05d1__x05e8__x05d4_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C3173429295ACD4B82CF2C65E538B364" ma:contentTypeVersion="4" ma:contentTypeDescription="צור מסמך חדש." ma:contentTypeScope="" ma:versionID="39a720152dbfe75294de4e741d89bf2d">
  <xsd:schema xmlns:xsd="http://www.w3.org/2001/XMLSchema" xmlns:xs="http://www.w3.org/2001/XMLSchema" xmlns:p="http://schemas.microsoft.com/office/2006/metadata/properties" xmlns:ns2="db334208-c8bb-4fb7-900b-a6c4dfa7dd03" targetNamespace="http://schemas.microsoft.com/office/2006/metadata/properties" ma:root="true" ma:fieldsID="113123c2e926be4c819dd13e16a40f0b" ns2:_="">
    <xsd:import namespace="db334208-c8bb-4fb7-900b-a6c4dfa7dd03"/>
    <xsd:element name="properties">
      <xsd:complexType>
        <xsd:sequence>
          <xsd:element name="documentManagement">
            <xsd:complexType>
              <xsd:all>
                <xsd:element ref="ns2:_x05d7__x05d1__x05e8__x05d4_" minOccurs="0"/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334208-c8bb-4fb7-900b-a6c4dfa7dd03" elementFormDefault="qualified">
    <xsd:import namespace="http://schemas.microsoft.com/office/2006/documentManagement/types"/>
    <xsd:import namespace="http://schemas.microsoft.com/office/infopath/2007/PartnerControls"/>
    <xsd:element name="_x05d7__x05d1__x05e8__x05d4_" ma:index="8" nillable="true" ma:displayName="חברה" ma:default="אירופה" ma:format="Dropdown" ma:internalName="_x05d7__x05d1__x05e8__x05d4_">
      <xsd:simpleType>
        <xsd:restriction base="dms:Choice">
          <xsd:enumeration value="אירופה"/>
          <xsd:enumeration value="אמריקה"/>
          <xsd:enumeration value="אנרגיה"/>
          <xsd:enumeration value="אס בי איי תשתיות"/>
          <xsd:enumeration value="זכיינות"/>
          <xsd:enumeration value="מנורה"/>
          <xsd:enumeration value="נדל&quot;ן"/>
          <xsd:enumeration value="נתיבי הצפון"/>
          <xsd:enumeration value="צמנטכל - סולל בונה"/>
          <xsd:enumeration value="סולל בונה"/>
          <xsd:enumeration value="שיכון ובינוי"/>
          <xsd:enumeration value="שיכון ובינוי - רקע כללי למצגת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C29644-336C-48F1-B72F-2F0D5FA173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8C00E8-DACC-4946-8582-820C16449845}">
  <ds:schemaRefs>
    <ds:schemaRef ds:uri="http://schemas.microsoft.com/office/2006/metadata/properties"/>
    <ds:schemaRef ds:uri="http://www.w3.org/2000/xmlns/"/>
    <ds:schemaRef ds:uri="db334208-c8bb-4fb7-900b-a6c4dfa7dd03"/>
  </ds:schemaRefs>
</ds:datastoreItem>
</file>

<file path=customXml/itemProps3.xml><?xml version="1.0" encoding="utf-8"?>
<ds:datastoreItem xmlns:ds="http://schemas.openxmlformats.org/officeDocument/2006/customXml" ds:itemID="{64F8816C-467B-4A6D-8258-1B0E0C873AB4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b334208-c8bb-4fb7-900b-a6c4dfa7dd0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סולל בונה טמפלט עברית PP2</Template>
  <TotalTime>0</TotalTime>
  <Words>41</Words>
  <Application>Microsoft Office PowerPoint</Application>
  <PresentationFormat>מסך רחב</PresentationFormat>
  <Paragraphs>14</Paragraphs>
  <Slides>8</Slides>
  <Notes>0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9" baseType="lpstr">
      <vt:lpstr>ערכת נושא Office</vt:lpstr>
      <vt:lpstr>מצגת של PowerPoint‏</vt:lpstr>
      <vt:lpstr>כותרת ראשית</vt:lpstr>
      <vt:lpstr>להקפיד לעשות שימוש בפונט ARIEL UNICOD MS </vt:lpstr>
      <vt:lpstr>כותרת ראשית</vt:lpstr>
      <vt:lpstr>גרף</vt:lpstr>
      <vt:lpstr>טבלה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Eitan Berkovitch</dc:creator>
  <cp:lastModifiedBy>Eitan Berkovitch</cp:lastModifiedBy>
  <cp:revision>2</cp:revision>
  <dcterms:created xsi:type="dcterms:W3CDTF">2026-10-19T12:18:30Z</dcterms:created>
  <dcterms:modified xsi:type="dcterms:W3CDTF">2026-10-19T12:20:49Z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0x010100C3173429295ACD4B82CF2C65E538B364</vt:lpwstr>
  </property>
</Properties>
</file>